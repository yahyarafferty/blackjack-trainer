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FED9C3-3EDB-0A5E-8830-03EB09F58260}" v="38" dt="2026-07-04T22:58:05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ELP, I literally cannot find out what episode this meme is from : r/narcos">
            <a:extLst>
              <a:ext uri="{FF2B5EF4-FFF2-40B4-BE49-F238E27FC236}">
                <a16:creationId xmlns:a16="http://schemas.microsoft.com/office/drawing/2014/main" id="{7AFB2B16-E48D-7797-A4EA-521FBA2079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C0B3FF-ABA0-ADB6-6C00-FBAF74EE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You’ve gotten everything you ever wanted, now what?</a:t>
            </a:r>
          </a:p>
        </p:txBody>
      </p:sp>
    </p:spTree>
    <p:extLst>
      <p:ext uri="{BB962C8B-B14F-4D97-AF65-F5344CB8AC3E}">
        <p14:creationId xmlns:p14="http://schemas.microsoft.com/office/powerpoint/2010/main" val="1865158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You’ve gotten everything you ever wanted, now what?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12</cp:revision>
  <dcterms:created xsi:type="dcterms:W3CDTF">2013-07-15T20:26:40Z</dcterms:created>
  <dcterms:modified xsi:type="dcterms:W3CDTF">2026-07-07T17:30:06Z</dcterms:modified>
</cp:coreProperties>
</file>